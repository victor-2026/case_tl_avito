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Case: Test Lead MNZ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E5FF"/>
                </a:solidFill>
                <a:latin typeface="Calibri"/>
              </a:defRPr>
            </a:pPr>
            <a:r>
              <a:t>Ответ на кейс интервью для тест-лида Avito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D4FF"/>
                </a:solidFill>
                <a:latin typeface="Calibri"/>
              </a:defRPr>
            </a:pPr>
            <a:r>
              <a:t>Виктор Ематин  •  01.07.2026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BBEE"/>
                </a:solidFill>
                <a:latin typeface="Calibri"/>
              </a:defRPr>
            </a:pPr>
            <a:r>
              <a:t>github.com/victor-2026/Case_TL_Avito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Роль и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Test Lead — кластер MNZ (Monetization), M-grade (M1-M2)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D2D2D"/>
                </a:solidFill>
                <a:latin typeface="Calibri"/>
              </a:defRPr>
            </a:pPr>
            <a:r>
              <a:t>Управление качеством на уровне всего кластера: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Back-end, Web, iOS, Android — все платформы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Команда QA: 3-7 инженеров, распределённых по юнитам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DS-направление: алгоритмы ликвидности, аукцион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D2D2D"/>
                </a:solidFill>
                <a:latin typeface="Calibri"/>
              </a:defRPr>
            </a:pPr>
            <a:r>
              <a:t>Связь с Tech Platform: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Внедрение TMM, пирамиды тестирования, Quality Gates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Участие в LSR (Live Site Review), Архитектурный комитет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Конкретный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В одном из юнитов кластера MNZ: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Команда 1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Команда 2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Команда 3 (соседний юнит)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Что делает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Back-end агрегатор</a:t>
                      </a:r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(данные для команды 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Рекламный блок на Карточке</a:t>
                      </a:r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(web + mobile + back)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Платформа</a:t>
                      </a:r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«Карточка объявлений»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Неизвестно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Проблема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Багов почти нет —</a:t>
                      </a:r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почему?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Много багов,</a:t>
                      </a:r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жалобы саппорта и клиентов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Качество неизвестно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3E3E"/>
                </a:solidFill>
                <a:latin typeface="Calibri"/>
              </a:defRPr>
            </a:pPr>
            <a:r>
              <a:t>Ограничение: Test Lead отвечает за команды 1 и 2. Команда 3 — соседний юнит, только через Соседское соглашение.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Q1: Исследование — Команда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Back-end агрегатор, без QA, 0 багов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Гипотезы: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H1: Код качественный — покрытие, code review, CI gates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H2: Баги есть, но их не регистрируют (чинят в моменте)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H3: Баги есть, но их не находят (нет исслед. тестирования)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Действия: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1. Coverage отчёты (unit + API)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2. CI/CD — есть ли Quality Gates?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3. Интервью с dev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4. SPT-дашборд — обращения на сервис?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5. Review бэклога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Q1: Исследование — Команда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UI + back-end, 1 QA, много багов — источник боли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Действия: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1. Классификация бэклога: UI / API / data / integration / unknown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2. Severity-анализ: P0-P1 в месяц, MTTR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3. Root cause: разобрать 5 крупнейших инцидентов за квартал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4. Оценка QA: manual only? автотесты? регрессия?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5. SPT-дашборд: одни и те же проблемы или разные?</a:t>
            </a:r>
          </a:p>
          <a:p>
            <a:pPr>
              <a:spcAft>
                <a:spcPts val="400"/>
              </a:spcAft>
              <a:defRPr sz="1600" b="1">
                <a:solidFill>
                  <a:srgbClr val="2D2D2D"/>
                </a:solidFill>
                <a:latin typeface="Calibri"/>
              </a:defRPr>
            </a:pPr>
            <a:r>
              <a:t>6. Отделить баги команды 2 от багов платформы</a:t>
            </a:r>
          </a:p>
          <a:p>
            <a:pPr>
              <a:spcAft>
                <a:spcPts val="4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E53E3E"/>
                </a:solidFill>
                <a:latin typeface="Calibri"/>
              </a:defRPr>
            </a:pPr>
            <a:r>
              <a:t>Ключевой вопрос: проблема в коде команды или в интеграции с Карточкой?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Q1: Исследование — Команда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Соседний юнит, платформа «Карточка», качество неизвестно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Гипотеза: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Часть багов команды 2 — следствие нестабильности платформы</a:t>
            </a:r>
          </a:p>
          <a:p>
            <a:pPr>
              <a:spcAft>
                <a:spcPts val="4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Действия: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1. Встреча с tech lead / QA команды 3 — SLI/SLO, уведомления о changes</a:t>
            </a:r>
          </a:p>
          <a:p>
            <a:pPr>
              <a:spcAft>
                <a:spcPts val="400"/>
              </a:spcAft>
              <a:defRPr sz="1600" b="1">
                <a:solidFill>
                  <a:srgbClr val="2D2D2D"/>
                </a:solidFill>
                <a:latin typeface="Calibri"/>
              </a:defRPr>
            </a:pPr>
            <a:r>
              <a:t>2. Проверить Соседское соглашение. Если нет — инициировать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3. Запросить coverage / incident rate дашборды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4. Проверить API-контракты: были ли breaking changes?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Q2: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Phase 1 — Diagnostic (недели 1-2): только сбор существующего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Команда 1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Команда 2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Команда 3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Defect rate (багов/мес)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 (факт)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Error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Дашборды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Дашборды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MTTR (продолж. инцидента)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 из LSR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SPT-обращений/мес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 (факт)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Coverage (unit + API)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Flaky rate в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Неизвестно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Частота релизов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Запросить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Phase 2 — Tracking (с недели 3): P0 bugs/мес -50%, MTTR P0 &lt; 2ч, SPT -50%, API coverage &gt; 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TMM Level 2 — обязательный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Team Maturity Model — не справочная метрика, а обязательный стандарт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Каждая команда обязана достичь уровня 2 по секции «Обеспечение качества»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D2D2D"/>
                </a:solidFill>
                <a:latin typeface="Calibri"/>
              </a:defRPr>
            </a:pPr>
            <a:r>
              <a:t>Механизмы контроля: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Квартальная самооценка команды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Подтверждение экспертами секции QA из Tech Platform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Аудит соответствия — Test Lead контролирует, что baseline не снижается</a:t>
            </a:r>
          </a:p>
          <a:p>
            <a:pPr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D2D2D"/>
                </a:solidFill>
                <a:latin typeface="Calibri"/>
              </a:defRPr>
            </a:pPr>
            <a:r>
              <a:t>Критерии уровня 2: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Пирамида тестирования, CI/CD Gates, SPT/ZBP процессы, ATDD, Risk Based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Q3: Действия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Weeks 1-2: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Сбор метрик по 3 командам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Интервью с dev + QA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Встреча с командой 3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Post-mortem топ-5 инцидентов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Weeks 3-6: Quick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97280"/>
            <a:ext cx="3200400" cy="365760"/>
          </a:xfrm>
          <a:prstGeom prst="rect">
            <a:avLst/>
          </a:prstGeom>
          <a:solidFill>
            <a:srgbClr val="00A8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ZBP для всего юнита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Авто-тесты на top-3 бага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Соседское соглашение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Дашборд багов/инцидентов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Weeks 7-13: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097280"/>
            <a:ext cx="3200400" cy="365760"/>
          </a:xfrm>
          <a:prstGeom prst="rect">
            <a:avLst/>
          </a:prstGeom>
          <a:solidFill>
            <a:srgbClr val="7B2D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API contract tests с командой 3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Усиление QA (2-й QA / cross-training)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Regression suite 95%+ green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Defect leakage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90-Day Outcomes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Старт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Цель (день 90)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P0 bugs/мес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−50%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MTTR 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&lt; 2 часов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SPT-обращений/мес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Собрать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−50%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Defect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 измеряется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API coverage (critical)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Неизвестно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&gt;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Соседское соглашение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Заключено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TMM Level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Неизвестно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Аудит пройден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Ключевые инструменты Avito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Zero Bug Policy (ZBP)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4 варианта решений: чиним сейчас / в очереди / никогда / превращаем в задачу. Применяется ко всем багам, prioritization по P0-P4.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SPT (Support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Jira-проект для багов, крэшей и фичареквестов от пользователей. SPT-дашборд + SLO по решению проблем.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Соседское соглашение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11 правил: Keep Going Green, COP, покрытие 50-80%, «кто сломал — тот чинит». Ключевой инструмент для интеграции с командой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TMM (Team Maturity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6 секций, 4 уровня. Уровень 2 — обязательный baseline. Квартальная самооценка + эксперты.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LSR (Live Site 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Разбор инцидентов на проде. Фиксация длительности в Jira, post-mortem, action items без blaiming.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FF"/>
                </a:solidFill>
                <a:latin typeface="Calibri"/>
              </a:defRPr>
            </a:pPr>
            <a:r>
              <a:t>Registry: Fact vs Fiction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Утверждение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Статус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Источник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Test Lead отвечает за качество на уровне кластера MNZ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✅ Факт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/raw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 MNZ есть DS-направление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✅ Факт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/raw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Сценарий: 2 команды + соседняя платформа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✅ Факт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PDF кейса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Соседское соглашение — инструмент Avito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✅ Факт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Playbook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Zero Bug Policy — практика Avito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✅ Факт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Playbook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DORA и QS как named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❌ Нет в источниках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/raw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3-слойная архитектура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💡 Авторская интерпретация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Спасибо!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CE5FF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D4FF"/>
                </a:solidFill>
                <a:latin typeface="Calibri"/>
              </a:defRPr>
            </a:pPr>
            <a:r>
              <a:t>github.com/victor-2026/Case_TL_Avito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